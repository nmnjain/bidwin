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Proposal for Delhi Metro Rail Corp</a:t>
            </a:r>
          </a:p>
        </p:txBody>
      </p:sp>
      <p:sp>
        <p:nvSpPr>
          <p:cNvPr id="3" name="Subtitle 2"/>
          <p:cNvSpPr>
            <a:spLocks noGrp="1"/>
          </p:cNvSpPr>
          <p:nvPr>
            <p:ph type="subTitle" idx="1"/>
          </p:nvPr>
        </p:nvSpPr>
        <p:spPr/>
        <p:txBody>
          <a:bodyPr/>
          <a:lstStyle/>
          <a:p>
            <a:r>
              <a:t>Ref: Industrial Coating for Metro Rail Coaches</a:t>
            </a:r>
          </a:p>
          <a:p>
            <a:r>
              <a:t>Generated by BidWin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Based on our analysis of your tender document, we propose the following high-performance solution:</a:t>
            </a:r>
          </a:p>
          <a:p>
            <a:pPr lvl="1"/>
            <a:r>
              <a:t>• Identified Need: High Performance Anti-Corrosion Epoxy Paint (Two Pack)</a:t>
            </a:r>
          </a:p>
          <a:p>
            <a:pPr lvl="1"/>
            <a:r>
              <a:t>• Proposed Solution: 1 - Asian Paints Apcodur 530</a:t>
            </a:r>
          </a:p>
          <a:p>
            <a:pPr lvl="1"/>
            <a:r>
              <a:t>• Match Confidence: 85%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Specification Match</a:t>
            </a:r>
          </a:p>
        </p:txBody>
      </p:sp>
      <p:sp>
        <p:nvSpPr>
          <p:cNvPr id="3" name="Content Placeholder 2"/>
          <p:cNvSpPr>
            <a:spLocks noGrp="1"/>
          </p:cNvSpPr>
          <p:nvPr>
            <p:ph idx="1"/>
          </p:nvPr>
        </p:nvSpPr>
        <p:spPr/>
        <p:txBody>
          <a:bodyPr/>
          <a:lstStyle/>
          <a:p>
            <a:r>
              <a:t>Our solution meets or exceeds your technical requirements:</a:t>
            </a:r>
          </a:p>
          <a:p>
            <a:pPr lvl="1"/>
            <a:r>
              <a:t>• Requirement (DFT): 75-125 microns per coat</a:t>
            </a:r>
          </a:p>
          <a:p>
            <a:pPr lvl="1"/>
            <a:r>
              <a:t>• Our Specification: Asian Paints Apcodur 530 is optimized for this range.</a:t>
            </a:r>
          </a:p>
          <a:p>
            <a:pPr lvl="1"/>
            <a:r>
              <a:t>• Application Method: Compatible with ['Air spray', 'Airless spray', 'Brush application (for touching-up small areas)'].</a:t>
            </a:r>
          </a:p>
          <a:p>
            <a:pPr lvl="1"/>
            <a:r>
              <a:t>• Reason for Selection: Product 1 (Asian Paints Apcodur 530) is the best match. It is an 'Epoxy' coating, aligning with the 'Epoxy Paint' requirement, and its industrial nature implies high performance and anti-corrosion properties. Crucially, its specified DFT of '100-150 microns' perfectly overlaps with the RFP's '75-125 microns' requirement. 'Airless Spray' is also an explicitly supported application method. While specific compliance with the extensive list of standards is not detailed, its concrete matches on material type, DFT, and a key application method make it superior to other candidates, many of which lack critical DFT information or are not epoxy-based..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Proposal</a:t>
            </a:r>
          </a:p>
        </p:txBody>
      </p:sp>
      <p:sp>
        <p:nvSpPr>
          <p:cNvPr id="3" name="Content Placeholder 2"/>
          <p:cNvSpPr>
            <a:spLocks noGrp="1"/>
          </p:cNvSpPr>
          <p:nvPr>
            <p:ph idx="1"/>
          </p:nvPr>
        </p:nvSpPr>
        <p:spPr/>
        <p:txBody>
          <a:bodyPr/>
          <a:lstStyle/>
          <a:p>
            <a:r>
              <a:t>Pricing Breakdown (Per Unit):</a:t>
            </a:r>
          </a:p>
          <a:p>
            <a:pPr lvl="1"/>
            <a:r>
              <a:t>• Base Price: ₹ 450.0</a:t>
            </a:r>
          </a:p>
          <a:p>
            <a:pPr lvl="1"/>
            <a:r>
              <a:t>• Logistics (5%): ₹ 22.5</a:t>
            </a:r>
          </a:p>
          <a:p>
            <a:pPr lvl="1"/>
            <a:r>
              <a:t>• GST (18%): ₹ 85.05</a:t>
            </a:r>
          </a:p>
          <a:p>
            <a:pPr>
              <a:defRPr b="1" sz="2400"/>
            </a:pPr>
            <a:r>
              <a:t>• TOTAL UNIT PRICE: ₹ 647.55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