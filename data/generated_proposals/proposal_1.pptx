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Proposal for ONGC West Zone</a:t>
            </a:r>
          </a:p>
        </p:txBody>
      </p:sp>
      <p:sp>
        <p:nvSpPr>
          <p:cNvPr id="3" name="Subtitle 2"/>
          <p:cNvSpPr>
            <a:spLocks noGrp="1"/>
          </p:cNvSpPr>
          <p:nvPr>
            <p:ph type="subTitle" idx="1"/>
          </p:nvPr>
        </p:nvSpPr>
        <p:spPr/>
        <p:txBody>
          <a:bodyPr/>
          <a:lstStyle/>
          <a:p>
            <a:r>
              <a:t>Ref: Supply of Anti-Corrosive Paints for ONGC Pipelines</a:t>
            </a:r>
          </a:p>
          <a:p>
            <a:r>
              <a:t>Generated by BidWin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Based on our analysis of your tender document, we propose the following high-performance solution:</a:t>
            </a:r>
          </a:p>
          <a:p>
            <a:pPr lvl="1"/>
            <a:r>
              <a:t>• Identified Need: Industrial Paints, Primer, Thinner</a:t>
            </a:r>
          </a:p>
          <a:p>
            <a:pPr lvl="1"/>
            <a:r>
              <a:t>• Proposed Solution: 4 - Apcodur CP 682</a:t>
            </a:r>
          </a:p>
          <a:p>
            <a:pPr lvl="1"/>
            <a:r>
              <a:t>• Match Confidence: 85%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Specification Match</a:t>
            </a:r>
          </a:p>
        </p:txBody>
      </p:sp>
      <p:sp>
        <p:nvSpPr>
          <p:cNvPr id="3" name="Content Placeholder 2"/>
          <p:cNvSpPr>
            <a:spLocks noGrp="1"/>
          </p:cNvSpPr>
          <p:nvPr>
            <p:ph idx="1"/>
          </p:nvPr>
        </p:nvSpPr>
        <p:spPr/>
        <p:txBody>
          <a:bodyPr/>
          <a:lstStyle/>
          <a:p>
            <a:r>
              <a:t>Our solution meets or exceeds your technical requirements:</a:t>
            </a:r>
          </a:p>
          <a:p>
            <a:pPr lvl="1"/>
            <a:r>
              <a:t>• Requirement (DFT): Not specified in this document. Expected to be detailed in the 'Detailed Technical Specification/Technical Data Sheet'.</a:t>
            </a:r>
          </a:p>
          <a:p>
            <a:pPr lvl="1"/>
            <a:r>
              <a:t>• Our Specification: Apcodur CP 682 is optimized for this range.</a:t>
            </a:r>
          </a:p>
          <a:p>
            <a:pPr lvl="1"/>
            <a:r>
              <a:t>• Application Method: Compatible with Not specified in this document. Expected to be detailed in the 'Detailed Technical Specification/Technical Data Sheet'..</a:t>
            </a:r>
          </a:p>
          <a:p>
            <a:pPr lvl="1"/>
            <a:r>
              <a:t>• Reason for Selection: The RFP explicitly requests 'Primer' as one of the required material types. Product ID 4, Apcodur CP 682, is an Epoxy Zinc Phosphate Primer, which is a widely recognized and versatile industrial primer used for corrosion protection. Its general specifications align well with the broad 'Industrial Paints, Primer' requirement, with other technical details (DFT, application, standards) left unspecified in the RFP, making it a strong and foundational 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Proposal</a:t>
            </a:r>
          </a:p>
        </p:txBody>
      </p:sp>
      <p:sp>
        <p:nvSpPr>
          <p:cNvPr id="3" name="Content Placeholder 2"/>
          <p:cNvSpPr>
            <a:spLocks noGrp="1"/>
          </p:cNvSpPr>
          <p:nvPr>
            <p:ph idx="1"/>
          </p:nvPr>
        </p:nvSpPr>
        <p:spPr/>
        <p:txBody>
          <a:bodyPr/>
          <a:lstStyle/>
          <a:p>
            <a:r>
              <a:t>Pricing Breakdown (Per Unit):</a:t>
            </a:r>
          </a:p>
          <a:p>
            <a:pPr lvl="1"/>
            <a:r>
              <a:t>• Base Price: ₹ 380.0</a:t>
            </a:r>
          </a:p>
          <a:p>
            <a:pPr lvl="1"/>
            <a:r>
              <a:t>• Logistics (5%): ₹ 19.0</a:t>
            </a:r>
          </a:p>
          <a:p>
            <a:pPr lvl="1"/>
            <a:r>
              <a:t>• GST (18%): ₹ 71.82</a:t>
            </a:r>
          </a:p>
          <a:p>
            <a:pPr>
              <a:defRPr b="1" sz="2400"/>
            </a:pPr>
            <a:r>
              <a:t>• TOTAL UNIT PRICE: ₹ 546.82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